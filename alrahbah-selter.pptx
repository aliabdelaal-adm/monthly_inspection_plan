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2" r:id="rId6"/>
    <p:sldId id="260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3" d="100"/>
          <a:sy n="83" d="100"/>
        </p:scale>
        <p:origin x="9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90237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D209F2-A4B2-63A5-461C-257FA480C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85324F6-B55C-8B42-EBAD-526E0096387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AFF6B1E-ACED-D917-9111-0605CBDE22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013E976-F34B-4E9A-E147-81DC2CBE6133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094413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jpg"/><Relationship Id="rId5" Type="http://schemas.openxmlformats.org/officeDocument/2006/relationships/image" Target="../media/image3.jpg"/><Relationship Id="rId4" Type="http://schemas.openxmlformats.org/officeDocument/2006/relationships/image" Target="../media/image2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667E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2099388" y="1426651"/>
            <a:ext cx="8229600" cy="1371600"/>
          </a:xfrm>
          <a:prstGeom prst="rect">
            <a:avLst/>
          </a:prstGeom>
          <a:noFill/>
          <a:ln/>
          <a:effectLst>
            <a:outerShdw blurRad="101600" dist="38100" dir="2700000" algn="bl" rotWithShape="0">
              <a:srgbClr val="000000">
                <a:alpha val="50000"/>
              </a:srgbClr>
            </a:outerShdw>
          </a:effectLst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5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🏘️ تقارير زيارة الملاجىء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847461" y="2907885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إجمالي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التقارير1 📋 </a:t>
            </a:r>
            <a:r>
              <a:rPr lang="en-US" sz="24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بنود</a:t>
            </a: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ar-AE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التدقيق : 12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1651519" y="38404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 rtl="1">
              <a:buNone/>
            </a:pP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📅 تاريخ إنشاء التقرير: الثلاثاء٢٥ </a:t>
            </a:r>
            <a:r>
              <a:rPr lang="en-US" sz="20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نوفمبر</a:t>
            </a:r>
            <a:r>
              <a:rPr lang="en-US" sz="2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٢٠٢٥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66327" y="124097"/>
            <a:ext cx="9144000" cy="731520"/>
          </a:xfrm>
          <a:prstGeom prst="rect">
            <a:avLst/>
          </a:prstGeom>
          <a:solidFill>
            <a:srgbClr val="667EE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1548882" y="2057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</a:t>
            </a:r>
            <a:r>
              <a:rPr lang="en-US" sz="3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الملخص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التنفيذي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867240"/>
              </p:ext>
            </p:extLst>
          </p:nvPr>
        </p:nvGraphicFramePr>
        <p:xfrm>
          <a:off x="1548882" y="1073020"/>
          <a:ext cx="8229600" cy="4876800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ar-AE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د.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علي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عبدالعال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المفتش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2025-11-2</a:t>
                      </a:r>
                      <a:r>
                        <a:rPr lang="ar-AE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تاريخ التفتيش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مسائية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المناوبة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الملاجىء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المنطقة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ملجأ الرحبة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الملجأ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الثلاثاء٢٥ </a:t>
                      </a:r>
                      <a:r>
                        <a:rPr lang="en-US" sz="2000" dirty="0" err="1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نوفمبر</a:t>
                      </a: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٢٠٢٥</a:t>
                      </a:r>
                      <a:r>
                        <a:rPr lang="ar-AE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 - الساعة 4:30 م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وقت الإرسال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100%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نسبة الامتثال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بنود مستوفاة ✅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بنود غير مستوفاة ❌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2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عدد الصور 📷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667E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3937518" y="3896464"/>
            <a:ext cx="914400" cy="365760"/>
          </a:xfrm>
          <a:prstGeom prst="rect">
            <a:avLst/>
          </a:prstGeom>
          <a:solidFill>
            <a:srgbClr val="27AE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3937518" y="3896464"/>
            <a:ext cx="914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19674" y="81176"/>
            <a:ext cx="9144000" cy="731520"/>
          </a:xfrm>
          <a:prstGeom prst="rect">
            <a:avLst/>
          </a:prstGeom>
          <a:solidFill>
            <a:srgbClr val="4A90E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80931" y="20294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</a:t>
            </a:r>
            <a:r>
              <a:rPr lang="en-US" sz="3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بنود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التفتيش التفصيلية</a:t>
            </a:r>
            <a:endParaRPr lang="en-US" sz="36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684704"/>
              </p:ext>
            </p:extLst>
          </p:nvPr>
        </p:nvGraphicFramePr>
        <p:xfrm>
          <a:off x="1464906" y="934461"/>
          <a:ext cx="8229600" cy="5943600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الحالة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البند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مستوفى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النظافة العامة للملجأ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مستوفى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التهوية المناسبة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مستوفى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الإضاءة الكافية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مستوفى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جودة الأعلاف والطعام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مستوفى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توفر المياه النظيفة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مستوفى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حالة الأقفاص والحظائر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مستوفى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الحالة الصحية للحيوانات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مستوفى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السجلات الطبية محدثة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مستوفى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وجود طاقم عمل مؤهل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مستوفى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إجراءات السلامة والأمان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مستوفى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إدارة النفايات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مستوفى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r">
                        <a:buNone/>
                      </a:pPr>
                      <a:r>
                        <a:rPr lang="en-US" sz="18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الوثائق والتصاريح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T="91440" marB="91440" anchor="ctr">
                    <a:lnL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rgbClr val="4A90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CF0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259633" y="172616"/>
            <a:ext cx="9144000" cy="7315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1343608" y="30977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💭 </a:t>
            </a:r>
            <a:r>
              <a:rPr lang="en-US" sz="3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الملاحظات</a:t>
            </a:r>
            <a:r>
              <a:rPr lang="en-US" sz="3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والتوصيات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1576874" y="1132736"/>
            <a:ext cx="8229600" cy="457200"/>
          </a:xfrm>
          <a:prstGeom prst="rect">
            <a:avLst/>
          </a:prstGeom>
          <a:solidFill>
            <a:srgbClr val="FFF3C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1343608" y="1160728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</a:t>
            </a:r>
            <a:r>
              <a:rPr lang="en-US" sz="2400" b="1" dirty="0" err="1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الملاحظات</a:t>
            </a:r>
            <a:r>
              <a:rPr lang="ar-AE" sz="2400" b="1" dirty="0">
                <a:solidFill>
                  <a:srgbClr val="85640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576874" y="16459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الموقع نظيف ويوجد عدد 2 أطباء بيطريين وعمال مساعدة وحارس وعدد من الحظائر الخارجية للجمال وغرفة للقطط وغرفة للكلاب والاقفاص نظيفة ويوجد عدد من القطط بصحة جيدة ويوجد عدد 2 سلحفاه في إحدى الحظائر الخارجية 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1576874" y="3004457"/>
            <a:ext cx="8229600" cy="457200"/>
          </a:xfrm>
          <a:prstGeom prst="rect">
            <a:avLst/>
          </a:prstGeom>
          <a:solidFill>
            <a:srgbClr val="F8D7D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1343608" y="301752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r>
              <a:rPr lang="en-US" sz="2400" b="1" dirty="0" err="1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المخالفات</a:t>
            </a:r>
            <a:r>
              <a:rPr lang="ar-AE" sz="2400" b="1" dirty="0">
                <a:solidFill>
                  <a:srgbClr val="DC354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: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1343608" y="358902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لايوجد مخالفات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556346" y="4688633"/>
            <a:ext cx="8229600" cy="457200"/>
          </a:xfrm>
          <a:prstGeom prst="rect">
            <a:avLst/>
          </a:prstGeom>
          <a:solidFill>
            <a:srgbClr val="D1ECF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448112" y="4734353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2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💡 </a:t>
            </a:r>
            <a:r>
              <a:rPr lang="en-US" sz="2400" b="1" dirty="0" err="1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التوصيا</a:t>
            </a:r>
            <a:r>
              <a:rPr lang="ar-AE" sz="2400" b="1" dirty="0">
                <a:solidFill>
                  <a:srgbClr val="17A2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 :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343608" y="5364636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r">
              <a:buNone/>
            </a:pPr>
            <a:r>
              <a:rPr lang="en-US" sz="18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متابعة وجود السلاحف 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7D2E662-5F38-82D6-24F3-1708F74877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03A8FA3-F3B0-62EA-B06C-1A7E581C6A06}"/>
              </a:ext>
            </a:extLst>
          </p:cNvPr>
          <p:cNvSpPr/>
          <p:nvPr/>
        </p:nvSpPr>
        <p:spPr>
          <a:xfrm>
            <a:off x="1248436" y="281784"/>
            <a:ext cx="9144000" cy="731520"/>
          </a:xfrm>
          <a:prstGeom prst="rect">
            <a:avLst/>
          </a:prstGeom>
          <a:solidFill>
            <a:srgbClr val="F39C1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2946BF1E-B22F-E4EA-1D03-39967C180135}"/>
              </a:ext>
            </a:extLst>
          </p:cNvPr>
          <p:cNvSpPr/>
          <p:nvPr/>
        </p:nvSpPr>
        <p:spPr>
          <a:xfrm>
            <a:off x="1903444" y="393751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ar-AE" sz="3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الصور</a:t>
            </a:r>
            <a:endParaRPr lang="en-US" sz="3600" b="1" dirty="0">
              <a:solidFill>
                <a:srgbClr val="FFFFFF"/>
              </a:solidFill>
              <a:latin typeface="Arial" pitchFamily="34" charset="0"/>
              <a:cs typeface="Arial" pitchFamily="34" charset="-120"/>
            </a:endParaRPr>
          </a:p>
        </p:txBody>
      </p:sp>
      <p:pic>
        <p:nvPicPr>
          <p:cNvPr id="14" name="Picture 13" descr="A hallway with metal cages">
            <a:extLst>
              <a:ext uri="{FF2B5EF4-FFF2-40B4-BE49-F238E27FC236}">
                <a16:creationId xmlns:a16="http://schemas.microsoft.com/office/drawing/2014/main" id="{34B47B91-AADA-56E0-683B-72E9E0BD4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535" y="1996505"/>
            <a:ext cx="2478875" cy="3305167"/>
          </a:xfrm>
          <a:prstGeom prst="rect">
            <a:avLst/>
          </a:prstGeom>
        </p:spPr>
      </p:pic>
      <p:pic>
        <p:nvPicPr>
          <p:cNvPr id="16" name="Picture 15" descr="A cage with a fence and grass">
            <a:extLst>
              <a:ext uri="{FF2B5EF4-FFF2-40B4-BE49-F238E27FC236}">
                <a16:creationId xmlns:a16="http://schemas.microsoft.com/office/drawing/2014/main" id="{2A0C9479-B0D8-663E-DC75-0862964157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69064" y="1966273"/>
            <a:ext cx="2478875" cy="3305167"/>
          </a:xfrm>
          <a:prstGeom prst="rect">
            <a:avLst/>
          </a:prstGeom>
        </p:spPr>
      </p:pic>
      <p:pic>
        <p:nvPicPr>
          <p:cNvPr id="18" name="Picture 17" descr="A stack of pet cages">
            <a:extLst>
              <a:ext uri="{FF2B5EF4-FFF2-40B4-BE49-F238E27FC236}">
                <a16:creationId xmlns:a16="http://schemas.microsoft.com/office/drawing/2014/main" id="{0E90A68B-99AD-1C52-B932-493267FD3AD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96593" y="1966273"/>
            <a:ext cx="2478875" cy="3305167"/>
          </a:xfrm>
          <a:prstGeom prst="rect">
            <a:avLst/>
          </a:prstGeom>
        </p:spPr>
      </p:pic>
      <p:pic>
        <p:nvPicPr>
          <p:cNvPr id="20" name="Picture 19" descr="A group of cats in a cage">
            <a:extLst>
              <a:ext uri="{FF2B5EF4-FFF2-40B4-BE49-F238E27FC236}">
                <a16:creationId xmlns:a16="http://schemas.microsoft.com/office/drawing/2014/main" id="{2C7915EE-C54C-AE1D-6E33-F9B57F706EF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152998" y="1966273"/>
            <a:ext cx="2478875" cy="3305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90660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7AE6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174033" y="22860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انتهى التقرير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2052734" y="3540034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تم إعداد هذا التقرير بواسطة نظام إدارة التفتيش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189</Words>
  <Application>Microsoft Office PowerPoint</Application>
  <PresentationFormat>Widescreen</PresentationFormat>
  <Paragraphs>68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8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Ali  Mohamed Ali Abdel Aal</cp:lastModifiedBy>
  <cp:revision>3</cp:revision>
  <dcterms:created xsi:type="dcterms:W3CDTF">2025-11-24T21:16:37Z</dcterms:created>
  <dcterms:modified xsi:type="dcterms:W3CDTF">2025-11-26T17:36:08Z</dcterms:modified>
</cp:coreProperties>
</file>